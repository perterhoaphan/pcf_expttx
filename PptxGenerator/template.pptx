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{slide1_title}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C8E8"/>
                </a:solidFill>
              </a:rPr>
              <a:t>Nhấn nút Export để điền tiêu đề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{slide2_title}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4572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</a:rPr>
              <a:t>Nội dung slide 2 sẽ được điền ở đây...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{slide3_title}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4572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</a:rPr>
              <a:t>Nội dung slide 3 sẽ được điền ở đây...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{slide4_title}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45720"/>
          </a:xfrm>
          <a:prstGeom prst="rect">
            <a:avLst/>
          </a:prstGeom>
          <a:solidFill>
            <a:srgbClr val="A8C8E8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</a:rPr>
              <a:t>Nội dung slide 4 sẽ được điền ở đây...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{slide5_title}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C8E8"/>
                </a:solidFill>
              </a:rPr>
              <a:t>Cảm ơn!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2026-07-07T14:05:10Z</dcterms:created>
  <dcterms:modified xsi:type="dcterms:W3CDTF">2026-07-07T14:05:10Z</dcterms:modified>
</cp:coreProperties>
</file>